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Management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XJCO3011 Coursework 1</a:t>
            </a:r>
          </a:p>
          <a:p>
            <a:r>
              <a:t>Student ID: 339919905</a:t>
            </a:r>
          </a:p>
          <a:p>
            <a:r>
              <a:t>FastAPI + SQLAlchemy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Aim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data-driven Web API that satisfies the coursework requirements.</a:t>
            </a:r>
          </a:p>
          <a:p>
            <a:pPr lvl="1"/>
            <a:r>
              <a:t>One core resource: Task</a:t>
            </a:r>
          </a:p>
          <a:p>
            <a:pPr lvl="1"/>
            <a:r>
              <a:t>Full CRUD support with database persistence</a:t>
            </a:r>
          </a:p>
          <a:p>
            <a:pPr lvl="1"/>
            <a:r>
              <a:t>JSON responses, validation, and status codes</a:t>
            </a:r>
          </a:p>
          <a:p>
            <a:pPr lvl="1"/>
            <a:r>
              <a:t>Interactive documentation through /docs and /redoc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follows a simple but modular backend architecture:</a:t>
            </a:r>
          </a:p>
          <a:p>
            <a:pPr lvl="1"/>
            <a:r>
              <a:t>Client -&gt; FastAPI routes -&gt; SQLAlchemy ORM -&gt; SQLite database</a:t>
            </a:r>
          </a:p>
          <a:p>
            <a:pPr lvl="1"/>
            <a:r>
              <a:t>Pydantic validates request and response payloads</a:t>
            </a:r>
          </a:p>
          <a:p>
            <a:pPr lvl="1"/>
            <a:r>
              <a:t>main.py configures middleware, exception handling, and startup</a:t>
            </a:r>
          </a:p>
          <a:p>
            <a:pPr lvl="1"/>
            <a:r>
              <a:t>Routing, schemas, and database logic are separated into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Set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API goes beyond the minimum CRUD requirement:</a:t>
            </a:r>
          </a:p>
          <a:p>
            <a:pPr lvl="1"/>
            <a:r>
              <a:t>Create, read, update, patch, and delete task records</a:t>
            </a:r>
          </a:p>
          <a:p>
            <a:pPr lvl="1"/>
            <a:r>
              <a:t>Pagination using page and limit query parameters</a:t>
            </a:r>
          </a:p>
          <a:p>
            <a:pPr lvl="1"/>
            <a:r>
              <a:t>Search and filter support on task listings</a:t>
            </a:r>
          </a:p>
          <a:p>
            <a:pPr lvl="1"/>
            <a:r>
              <a:t>Timestamp fields for auditability</a:t>
            </a:r>
          </a:p>
          <a:p>
            <a:pPr lvl="1"/>
            <a:r>
              <a:t>Standardized JSON error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of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history shows a staged development process:</a:t>
            </a:r>
          </a:p>
          <a:p>
            <a:pPr lvl="1"/>
            <a:r>
              <a:t>8ca73e4 Initialize coursework API repository</a:t>
            </a:r>
          </a:p>
          <a:p>
            <a:pPr lvl="1"/>
            <a:r>
              <a:t>a06c6a7 Add database configuration and task schemas</a:t>
            </a:r>
          </a:p>
          <a:p>
            <a:pPr lvl="1"/>
            <a:r>
              <a:t>a7cf785 Implement CRUD task API endpoints</a:t>
            </a:r>
          </a:p>
          <a:p>
            <a:pPr lvl="1"/>
            <a:r>
              <a:t>2e79950 Add sample seed data for local demonstrations</a:t>
            </a:r>
          </a:p>
          <a:p>
            <a:pPr lvl="1"/>
            <a:r>
              <a:t>10a11b3 Add automated API tests with isolated database</a:t>
            </a:r>
          </a:p>
          <a:p>
            <a:pPr lvl="1"/>
            <a:r>
              <a:t>4816579 Document project setup and deployment workflow</a:t>
            </a:r>
          </a:p>
          <a:p>
            <a:pPr lvl="1"/>
            <a:r>
              <a:t>49b39ac Add submission report presentation and API documentation</a:t>
            </a:r>
          </a:p>
          <a:p>
            <a:pPr lvl="1"/>
            <a:r>
              <a:t>5b7417f Refine submission assets and clean repository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 Screenshot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the final presentation, this slide should include a screenshot of git log --oneline or the GitHub commits page.</a:t>
            </a:r>
          </a:p>
          <a:p>
            <a:pPr lvl="1"/>
            <a:r>
              <a:t>Use the screenshot to show that version control was actively used.</a:t>
            </a:r>
          </a:p>
          <a:p>
            <a:pPr lvl="1"/>
            <a:r>
              <a:t>Highlight repository setup, schema work, endpoint implementation, testing, and documentation.</a:t>
            </a:r>
          </a:p>
          <a:p>
            <a:pPr lvl="1"/>
            <a:r>
              <a:t>This slide acts as direct evidence for the coursework version control requirement.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was used as evidence that the API is reliable.</a:t>
            </a:r>
          </a:p>
          <a:p>
            <a:pPr lvl="1"/>
            <a:r>
              <a:t>pytest and FastAPI TestClient were used</a:t>
            </a:r>
          </a:p>
          <a:p>
            <a:pPr lvl="1"/>
            <a:r>
              <a:t>10 automated tests cover core API behaviour</a:t>
            </a:r>
          </a:p>
          <a:p>
            <a:pPr lvl="1"/>
            <a:r>
              <a:t>A temporary SQLite database isolates tests from development data</a:t>
            </a:r>
          </a:p>
          <a:p>
            <a:pPr lvl="1"/>
            <a:r>
              <a:t>The suite covers CRUD, filtering, 404 responses, and validation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and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meets the core coursework goals and provides a solid backend foundation.</a:t>
            </a:r>
          </a:p>
          <a:p>
            <a:pPr lvl="1"/>
            <a:r>
              <a:t>Strengths: modular structure, testing, documentation, and clear API behaviour</a:t>
            </a:r>
          </a:p>
          <a:p>
            <a:pPr lvl="1"/>
            <a:r>
              <a:t>Limitation: SQLite is suitable for coursework but not ideal for higher-scale production use</a:t>
            </a:r>
          </a:p>
          <a:p>
            <a:pPr lvl="1"/>
            <a:r>
              <a:t>Missing feature: authentication and user ownership of tasks</a:t>
            </a:r>
          </a:p>
          <a:p>
            <a:pPr lvl="1"/>
            <a:r>
              <a:t>Future work: deploy to Render, add JWT auth, and migrate to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