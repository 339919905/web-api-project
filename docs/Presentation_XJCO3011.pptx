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Task Management API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XJCO3011 Coursework 1</a:t>
            </a:r>
          </a:p>
          <a:p>
            <a:r>
              <a:t>Student ID: 339919905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data-driven FastAPI Web API for managing tasks.</a:t>
            </a:r>
          </a:p>
          <a:p>
            <a:pPr lvl="1"/>
            <a:r>
              <a:t>SQLite used for local persistent storage.</a:t>
            </a:r>
          </a:p>
          <a:p>
            <a:pPr lvl="1"/>
            <a:r>
              <a:t>SQLAlchemy used as the ORM layer.</a:t>
            </a:r>
          </a:p>
          <a:p>
            <a:pPr lvl="1"/>
            <a:r>
              <a:t>Pydantic validates request and response data.</a:t>
            </a:r>
          </a:p>
          <a:p>
            <a:pPr lvl="1"/>
            <a:r>
              <a:t>Swagger /docs provides interactive API documentation.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Client -&gt; FastAPI routes -&gt; SQLAlchemy ORM -&gt; SQLite database</a:t>
            </a:r>
          </a:p>
          <a:p>
            <a:pPr lvl="1"/>
            <a:r>
              <a:t>main.py starts the application and exception handlers.</a:t>
            </a:r>
          </a:p>
          <a:p>
            <a:pPr lvl="1"/>
            <a:r>
              <a:t>routers/items.py contains CRUD endpoint logic.</a:t>
            </a:r>
          </a:p>
          <a:p>
            <a:pPr lvl="1"/>
            <a:r>
              <a:t>database.py defines the Task model and session handling.</a:t>
            </a:r>
          </a:p>
          <a:p>
            <a:pPr lvl="1"/>
            <a:r>
              <a:t>schemas.py defines validated API payloads.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Version Control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Structured Git history demonstrates staged development:</a:t>
            </a:r>
          </a:p>
          <a:p>
            <a:pPr lvl="1"/>
            <a:r>
              <a:t>8ca73e4 Initialize coursework API repository</a:t>
            </a:r>
          </a:p>
          <a:p>
            <a:pPr lvl="1"/>
            <a:r>
              <a:t>a06c6a7 Add database configuration and task schemas</a:t>
            </a:r>
          </a:p>
          <a:p>
            <a:pPr lvl="1"/>
            <a:r>
              <a:t>a7cf785 Implement CRUD task API endpoints</a:t>
            </a:r>
          </a:p>
          <a:p>
            <a:pPr lvl="1"/>
            <a:r>
              <a:t>2e79950 Add sample seed data for local demonstrations</a:t>
            </a:r>
          </a:p>
          <a:p>
            <a:pPr lvl="1"/>
            <a:r>
              <a:t>10a11b3 Add automated API tests with isolated database</a:t>
            </a:r>
          </a:p>
          <a:p>
            <a:pPr lvl="1"/>
            <a:r>
              <a:t>4816579 Document project setup and deployment workflow</a:t>
            </a:r>
          </a:p>
          <a:p>
            <a:pPr lvl="1"/>
            <a:r>
              <a:t>49b39ac Add submission report presentation and API documentation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Features Demonstrated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Implemented endpoints and enhanced API behaviour:</a:t>
            </a:r>
          </a:p>
          <a:p>
            <a:pPr lvl="1"/>
            <a:r>
              <a:t>Complete CRUD for the Task resource</a:t>
            </a:r>
          </a:p>
          <a:p>
            <a:pPr lvl="1"/>
            <a:r>
              <a:t>Pagination using page and limit query parameters</a:t>
            </a:r>
          </a:p>
          <a:p>
            <a:pPr lvl="1"/>
            <a:r>
              <a:t>Search and filter support on task listings</a:t>
            </a:r>
          </a:p>
          <a:p>
            <a:pPr lvl="1"/>
            <a:r>
              <a:t>PATCH support for partial updates</a:t>
            </a:r>
          </a:p>
          <a:p>
            <a:pPr lvl="1"/>
            <a:r>
              <a:t>Standardized error responses and timestamps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and Quality Assurance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Automated tests were implemented with pytest.</a:t>
            </a:r>
          </a:p>
          <a:p>
            <a:pPr lvl="1"/>
            <a:r>
              <a:t>10 automated tests pass successfully.</a:t>
            </a:r>
          </a:p>
          <a:p>
            <a:pPr lvl="1"/>
            <a:r>
              <a:t>TestClient used for endpoint verification.</a:t>
            </a:r>
          </a:p>
          <a:p>
            <a:pPr lvl="1"/>
            <a:r>
              <a:t>Temporary SQLite database isolates tests from development data.</a:t>
            </a:r>
          </a:p>
          <a:p>
            <a:pPr lvl="1"/>
            <a:r>
              <a:t>Covers CRUD, filtering, 404 handling, and validation errors.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Reflection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outcomes and future improvements:</a:t>
            </a:r>
          </a:p>
          <a:p>
            <a:pPr lvl="1"/>
            <a:r>
              <a:t>The project satisfies the core Web API coursework requirements.</a:t>
            </a:r>
          </a:p>
          <a:p>
            <a:pPr lvl="1"/>
            <a:r>
              <a:t>AI assistance supported scaffolding, testing ideas, and documentation drafting.</a:t>
            </a:r>
          </a:p>
          <a:p>
            <a:pPr lvl="1"/>
            <a:r>
              <a:t>The final system was run, verified, and refined manually before submission.</a:t>
            </a:r>
          </a:p>
          <a:p>
            <a:pPr lvl="1"/>
            <a:r>
              <a:t>Future work: deploy to Render, add authentication, and migrate to PostgreSQL.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